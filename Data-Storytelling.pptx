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custSel addSld delSld modSld">
      <pc:chgData name="Naga Venkata Sasi Kumar Avala" userId="51ad0964f9c9ac42" providerId="LiveId" clId="{AF13C41C-89D5-4E9C-B406-90658D3829B4}" dt="2026-03-07T13:00:44.270" v="604"/>
      <pc:docMkLst>
        <pc:docMk/>
      </pc:docMkLst>
      <pc:sldChg chg="new del">
        <pc:chgData name="Naga Venkata Sasi Kumar Avala" userId="51ad0964f9c9ac42" providerId="LiveId" clId="{AF13C41C-89D5-4E9C-B406-90658D3829B4}" dt="2026-03-07T11:54:00.832" v="1" actId="2696"/>
        <pc:sldMkLst>
          <pc:docMk/>
          <pc:sldMk cId="1665357283" sldId="256"/>
        </pc:sldMkLst>
      </pc:sldChg>
      <pc:sldChg chg="addSp delSp modSp new mod chgLayout">
        <pc:chgData name="Naga Venkata Sasi Kumar Avala" userId="51ad0964f9c9ac42" providerId="LiveId" clId="{AF13C41C-89D5-4E9C-B406-90658D3829B4}" dt="2026-03-07T12:15:26.428" v="120" actId="113"/>
        <pc:sldMkLst>
          <pc:docMk/>
          <pc:sldMk cId="3775294510" sldId="256"/>
        </pc:sldMkLst>
        <pc:spChg chg="del">
          <ac:chgData name="Naga Venkata Sasi Kumar Avala" userId="51ad0964f9c9ac42" providerId="LiveId" clId="{AF13C41C-89D5-4E9C-B406-90658D3829B4}" dt="2026-03-07T11:54:44.148" v="3" actId="700"/>
          <ac:spMkLst>
            <pc:docMk/>
            <pc:sldMk cId="3775294510" sldId="256"/>
            <ac:spMk id="2" creationId="{A2DEF63A-3DCC-2B1E-117C-E5EA403E486D}"/>
          </ac:spMkLst>
        </pc:spChg>
        <pc:spChg chg="del">
          <ac:chgData name="Naga Venkata Sasi Kumar Avala" userId="51ad0964f9c9ac42" providerId="LiveId" clId="{AF13C41C-89D5-4E9C-B406-90658D3829B4}" dt="2026-03-07T11:54:44.148" v="3" actId="700"/>
          <ac:spMkLst>
            <pc:docMk/>
            <pc:sldMk cId="3775294510" sldId="256"/>
            <ac:spMk id="3" creationId="{A44E7A0C-874F-7BDF-4073-3EBC2FF8FA84}"/>
          </ac:spMkLst>
        </pc:spChg>
        <pc:spChg chg="add del mod ord">
          <ac:chgData name="Naga Venkata Sasi Kumar Avala" userId="51ad0964f9c9ac42" providerId="LiveId" clId="{AF13C41C-89D5-4E9C-B406-90658D3829B4}" dt="2026-03-07T11:55:22.628" v="6" actId="21"/>
          <ac:spMkLst>
            <pc:docMk/>
            <pc:sldMk cId="3775294510" sldId="256"/>
            <ac:spMk id="4" creationId="{2B9A6A96-928B-D96B-8525-94BB6EC535F3}"/>
          </ac:spMkLst>
        </pc:spChg>
        <pc:spChg chg="add del mod ord">
          <ac:chgData name="Naga Venkata Sasi Kumar Avala" userId="51ad0964f9c9ac42" providerId="LiveId" clId="{AF13C41C-89D5-4E9C-B406-90658D3829B4}" dt="2026-03-07T11:55:30.768" v="7" actId="21"/>
          <ac:spMkLst>
            <pc:docMk/>
            <pc:sldMk cId="3775294510" sldId="256"/>
            <ac:spMk id="5" creationId="{90BABCB8-5CF2-75B6-C852-4DF519DC4DE7}"/>
          </ac:spMkLst>
        </pc:spChg>
        <pc:spChg chg="add mod">
          <ac:chgData name="Naga Venkata Sasi Kumar Avala" userId="51ad0964f9c9ac42" providerId="LiveId" clId="{AF13C41C-89D5-4E9C-B406-90658D3829B4}" dt="2026-03-07T11:59:38.620" v="41" actId="1076"/>
          <ac:spMkLst>
            <pc:docMk/>
            <pc:sldMk cId="3775294510" sldId="256"/>
            <ac:spMk id="6" creationId="{0AB6716F-5CE4-7C16-3FEC-9250E297FDCD}"/>
          </ac:spMkLst>
        </pc:spChg>
        <pc:spChg chg="add mod">
          <ac:chgData name="Naga Venkata Sasi Kumar Avala" userId="51ad0964f9c9ac42" providerId="LiveId" clId="{AF13C41C-89D5-4E9C-B406-90658D3829B4}" dt="2026-03-07T12:00:50.303" v="95" actId="1076"/>
          <ac:spMkLst>
            <pc:docMk/>
            <pc:sldMk cId="3775294510" sldId="256"/>
            <ac:spMk id="7" creationId="{5E4A259D-928C-FB73-9634-0B015BB43E71}"/>
          </ac:spMkLst>
        </pc:spChg>
        <pc:spChg chg="add mod">
          <ac:chgData name="Naga Venkata Sasi Kumar Avala" userId="51ad0964f9c9ac42" providerId="LiveId" clId="{AF13C41C-89D5-4E9C-B406-90658D3829B4}" dt="2026-03-07T12:15:26.428" v="120" actId="113"/>
          <ac:spMkLst>
            <pc:docMk/>
            <pc:sldMk cId="3775294510" sldId="256"/>
            <ac:spMk id="8" creationId="{DFB93F97-A7A2-510D-3E8C-343BDA6DDFC6}"/>
          </ac:spMkLst>
        </pc:spChg>
        <pc:spChg chg="add mod">
          <ac:chgData name="Naga Venkata Sasi Kumar Avala" userId="51ad0964f9c9ac42" providerId="LiveId" clId="{AF13C41C-89D5-4E9C-B406-90658D3829B4}" dt="2026-03-07T12:15:18.994" v="119" actId="1076"/>
          <ac:spMkLst>
            <pc:docMk/>
            <pc:sldMk cId="3775294510" sldId="256"/>
            <ac:spMk id="9" creationId="{8EC1A05A-F1CA-8BCA-B594-D340887569FD}"/>
          </ac:spMkLst>
        </pc:spChg>
      </pc:sldChg>
      <pc:sldChg chg="new del">
        <pc:chgData name="Naga Venkata Sasi Kumar Avala" userId="51ad0964f9c9ac42" providerId="LiveId" clId="{AF13C41C-89D5-4E9C-B406-90658D3829B4}" dt="2026-03-07T11:55:56.943" v="10" actId="47"/>
        <pc:sldMkLst>
          <pc:docMk/>
          <pc:sldMk cId="2750305124" sldId="257"/>
        </pc:sldMkLst>
      </pc:sldChg>
      <pc:sldChg chg="addSp delSp modSp add mod">
        <pc:chgData name="Naga Venkata Sasi Kumar Avala" userId="51ad0964f9c9ac42" providerId="LiveId" clId="{AF13C41C-89D5-4E9C-B406-90658D3829B4}" dt="2026-03-07T12:23:29.248" v="369" actId="113"/>
        <pc:sldMkLst>
          <pc:docMk/>
          <pc:sldMk cId="635434970" sldId="258"/>
        </pc:sldMkLst>
        <pc:spChg chg="add mod">
          <ac:chgData name="Naga Venkata Sasi Kumar Avala" userId="51ad0964f9c9ac42" providerId="LiveId" clId="{AF13C41C-89D5-4E9C-B406-90658D3829B4}" dt="2026-03-07T12:17:59.463" v="121"/>
          <ac:spMkLst>
            <pc:docMk/>
            <pc:sldMk cId="635434970" sldId="258"/>
            <ac:spMk id="2" creationId="{27727A1B-4F72-274B-1F5B-C35E2562E121}"/>
          </ac:spMkLst>
        </pc:spChg>
        <pc:spChg chg="add mod">
          <ac:chgData name="Naga Venkata Sasi Kumar Avala" userId="51ad0964f9c9ac42" providerId="LiveId" clId="{AF13C41C-89D5-4E9C-B406-90658D3829B4}" dt="2026-03-07T12:18:07.598" v="122"/>
          <ac:spMkLst>
            <pc:docMk/>
            <pc:sldMk cId="635434970" sldId="258"/>
            <ac:spMk id="3" creationId="{E719447E-BD38-E9C1-79CD-E757BA93E5FD}"/>
          </ac:spMkLst>
        </pc:spChg>
        <pc:spChg chg="add mod">
          <ac:chgData name="Naga Venkata Sasi Kumar Avala" userId="51ad0964f9c9ac42" providerId="LiveId" clId="{AF13C41C-89D5-4E9C-B406-90658D3829B4}" dt="2026-03-07T12:18:37.565" v="139" actId="20577"/>
          <ac:spMkLst>
            <pc:docMk/>
            <pc:sldMk cId="635434970" sldId="258"/>
            <ac:spMk id="4" creationId="{1ADCEF23-2F83-8172-9501-9D24A16EF0A3}"/>
          </ac:spMkLst>
        </pc:spChg>
        <pc:graphicFrameChg chg="add del mod">
          <ac:chgData name="Naga Venkata Sasi Kumar Avala" userId="51ad0964f9c9ac42" providerId="LiveId" clId="{AF13C41C-89D5-4E9C-B406-90658D3829B4}" dt="2026-03-07T12:19:48.247" v="142" actId="21"/>
          <ac:graphicFrameMkLst>
            <pc:docMk/>
            <pc:sldMk cId="635434970" sldId="258"/>
            <ac:graphicFrameMk id="5" creationId="{87BD91EC-48D8-5646-9ED6-D49ABD22EA32}"/>
          </ac:graphicFrameMkLst>
        </pc:graphicFrameChg>
        <pc:graphicFrameChg chg="add mod modGraphic">
          <ac:chgData name="Naga Venkata Sasi Kumar Avala" userId="51ad0964f9c9ac42" providerId="LiveId" clId="{AF13C41C-89D5-4E9C-B406-90658D3829B4}" dt="2026-03-07T12:23:29.248" v="369" actId="113"/>
          <ac:graphicFrameMkLst>
            <pc:docMk/>
            <pc:sldMk cId="635434970" sldId="258"/>
            <ac:graphicFrameMk id="6" creationId="{2E24CD02-C3A8-FC52-82B1-56B0C5E29FCA}"/>
          </ac:graphicFrameMkLst>
        </pc:graphicFrameChg>
      </pc:sldChg>
      <pc:sldChg chg="addSp modSp add mod">
        <pc:chgData name="Naga Venkata Sasi Kumar Avala" userId="51ad0964f9c9ac42" providerId="LiveId" clId="{AF13C41C-89D5-4E9C-B406-90658D3829B4}" dt="2026-03-07T12:27:34.513" v="395" actId="1076"/>
        <pc:sldMkLst>
          <pc:docMk/>
          <pc:sldMk cId="2410312716" sldId="259"/>
        </pc:sldMkLst>
        <pc:spChg chg="add mod">
          <ac:chgData name="Naga Venkata Sasi Kumar Avala" userId="51ad0964f9c9ac42" providerId="LiveId" clId="{AF13C41C-89D5-4E9C-B406-90658D3829B4}" dt="2026-03-07T12:23:55.541" v="372"/>
          <ac:spMkLst>
            <pc:docMk/>
            <pc:sldMk cId="2410312716" sldId="259"/>
            <ac:spMk id="2" creationId="{C53A6A63-8B87-7097-CF22-6EF364ED66D4}"/>
          </ac:spMkLst>
        </pc:spChg>
        <pc:spChg chg="add mod">
          <ac:chgData name="Naga Venkata Sasi Kumar Avala" userId="51ad0964f9c9ac42" providerId="LiveId" clId="{AF13C41C-89D5-4E9C-B406-90658D3829B4}" dt="2026-03-07T12:24:02.120" v="373"/>
          <ac:spMkLst>
            <pc:docMk/>
            <pc:sldMk cId="2410312716" sldId="259"/>
            <ac:spMk id="3" creationId="{2F557476-9705-DA42-E0C2-56109B2E57AE}"/>
          </ac:spMkLst>
        </pc:spChg>
        <pc:spChg chg="add mod">
          <ac:chgData name="Naga Venkata Sasi Kumar Avala" userId="51ad0964f9c9ac42" providerId="LiveId" clId="{AF13C41C-89D5-4E9C-B406-90658D3829B4}" dt="2026-03-07T12:26:11.228" v="385" actId="20577"/>
          <ac:spMkLst>
            <pc:docMk/>
            <pc:sldMk cId="2410312716" sldId="259"/>
            <ac:spMk id="4" creationId="{51E47D4D-69C6-8C4E-2229-2B38D7833B54}"/>
          </ac:spMkLst>
        </pc:spChg>
        <pc:picChg chg="add mod">
          <ac:chgData name="Naga Venkata Sasi Kumar Avala" userId="51ad0964f9c9ac42" providerId="LiveId" clId="{AF13C41C-89D5-4E9C-B406-90658D3829B4}" dt="2026-03-07T12:26:47.485" v="389" actId="1076"/>
          <ac:picMkLst>
            <pc:docMk/>
            <pc:sldMk cId="2410312716" sldId="259"/>
            <ac:picMk id="6" creationId="{8E33EB24-52CE-0BBC-18C3-C2D4E80A19A6}"/>
          </ac:picMkLst>
        </pc:picChg>
        <pc:picChg chg="add mod">
          <ac:chgData name="Naga Venkata Sasi Kumar Avala" userId="51ad0964f9c9ac42" providerId="LiveId" clId="{AF13C41C-89D5-4E9C-B406-90658D3829B4}" dt="2026-03-07T12:27:34.513" v="395" actId="1076"/>
          <ac:picMkLst>
            <pc:docMk/>
            <pc:sldMk cId="2410312716" sldId="259"/>
            <ac:picMk id="8" creationId="{9EC10BC8-481C-8D24-0739-D7462039053B}"/>
          </ac:picMkLst>
        </pc:picChg>
      </pc:sldChg>
      <pc:sldChg chg="addSp modSp add mod">
        <pc:chgData name="Naga Venkata Sasi Kumar Avala" userId="51ad0964f9c9ac42" providerId="LiveId" clId="{AF13C41C-89D5-4E9C-B406-90658D3829B4}" dt="2026-03-07T13:00:44.270" v="604"/>
        <pc:sldMkLst>
          <pc:docMk/>
          <pc:sldMk cId="3704155180" sldId="260"/>
        </pc:sldMkLst>
        <pc:spChg chg="add mod">
          <ac:chgData name="Naga Venkata Sasi Kumar Avala" userId="51ad0964f9c9ac42" providerId="LiveId" clId="{AF13C41C-89D5-4E9C-B406-90658D3829B4}" dt="2026-03-07T12:51:28.668" v="499"/>
          <ac:spMkLst>
            <pc:docMk/>
            <pc:sldMk cId="3704155180" sldId="260"/>
            <ac:spMk id="2" creationId="{98D4738F-526D-0070-3E62-DBE5175C7DDA}"/>
          </ac:spMkLst>
        </pc:spChg>
        <pc:spChg chg="add mod">
          <ac:chgData name="Naga Venkata Sasi Kumar Avala" userId="51ad0964f9c9ac42" providerId="LiveId" clId="{AF13C41C-89D5-4E9C-B406-90658D3829B4}" dt="2026-03-07T12:51:35.574" v="500"/>
          <ac:spMkLst>
            <pc:docMk/>
            <pc:sldMk cId="3704155180" sldId="260"/>
            <ac:spMk id="3" creationId="{9F43B2A1-5AA0-E1D1-0BEA-09DD9B75EC51}"/>
          </ac:spMkLst>
        </pc:spChg>
        <pc:spChg chg="add mod">
          <ac:chgData name="Naga Venkata Sasi Kumar Avala" userId="51ad0964f9c9ac42" providerId="LiveId" clId="{AF13C41C-89D5-4E9C-B406-90658D3829B4}" dt="2026-03-07T12:52:30.314" v="509" actId="20577"/>
          <ac:spMkLst>
            <pc:docMk/>
            <pc:sldMk cId="3704155180" sldId="260"/>
            <ac:spMk id="4" creationId="{993C1E47-6316-2F6D-4AAD-1891AE00891D}"/>
          </ac:spMkLst>
        </pc:spChg>
        <pc:spChg chg="add mod">
          <ac:chgData name="Naga Venkata Sasi Kumar Avala" userId="51ad0964f9c9ac42" providerId="LiveId" clId="{AF13C41C-89D5-4E9C-B406-90658D3829B4}" dt="2026-03-07T12:52:45.884" v="511" actId="767"/>
          <ac:spMkLst>
            <pc:docMk/>
            <pc:sldMk cId="3704155180" sldId="260"/>
            <ac:spMk id="5" creationId="{9274270E-29AD-36A1-845D-86C99A163C4E}"/>
          </ac:spMkLst>
        </pc:spChg>
        <pc:spChg chg="add mod">
          <ac:chgData name="Naga Venkata Sasi Kumar Avala" userId="51ad0964f9c9ac42" providerId="LiveId" clId="{AF13C41C-89D5-4E9C-B406-90658D3829B4}" dt="2026-03-07T13:00:44.270" v="604"/>
          <ac:spMkLst>
            <pc:docMk/>
            <pc:sldMk cId="3704155180" sldId="260"/>
            <ac:spMk id="6" creationId="{A09A6525-0350-9D88-051F-9BE3826D72B9}"/>
          </ac:spMkLst>
        </pc:spChg>
        <pc:spChg chg="add mod">
          <ac:chgData name="Naga Venkata Sasi Kumar Avala" userId="51ad0964f9c9ac42" providerId="LiveId" clId="{AF13C41C-89D5-4E9C-B406-90658D3829B4}" dt="2026-03-07T12:59:52.790" v="581" actId="1076"/>
          <ac:spMkLst>
            <pc:docMk/>
            <pc:sldMk cId="3704155180" sldId="260"/>
            <ac:spMk id="7" creationId="{08A5988E-8169-89F8-0637-B8E32D63BA5A}"/>
          </ac:spMkLst>
        </pc:spChg>
        <pc:spChg chg="add mod">
          <ac:chgData name="Naga Venkata Sasi Kumar Avala" userId="51ad0964f9c9ac42" providerId="LiveId" clId="{AF13C41C-89D5-4E9C-B406-90658D3829B4}" dt="2026-03-07T12:59:48.977" v="580" actId="1076"/>
          <ac:spMkLst>
            <pc:docMk/>
            <pc:sldMk cId="3704155180" sldId="260"/>
            <ac:spMk id="8" creationId="{FA6F8476-27B1-B05D-4AD1-CD74AA39FB94}"/>
          </ac:spMkLst>
        </pc:spChg>
      </pc:sldChg>
      <pc:sldChg chg="addSp delSp modSp add mod">
        <pc:chgData name="Naga Venkata Sasi Kumar Avala" userId="51ad0964f9c9ac42" providerId="LiveId" clId="{AF13C41C-89D5-4E9C-B406-90658D3829B4}" dt="2026-03-07T12:51:03.653" v="498"/>
        <pc:sldMkLst>
          <pc:docMk/>
          <pc:sldMk cId="3176732060" sldId="261"/>
        </pc:sldMkLst>
        <pc:spChg chg="add mod">
          <ac:chgData name="Naga Venkata Sasi Kumar Avala" userId="51ad0964f9c9ac42" providerId="LiveId" clId="{AF13C41C-89D5-4E9C-B406-90658D3829B4}" dt="2026-03-07T12:29:13.029" v="396"/>
          <ac:spMkLst>
            <pc:docMk/>
            <pc:sldMk cId="3176732060" sldId="261"/>
            <ac:spMk id="2" creationId="{764DC3C0-D845-EBCF-96D0-88F8E95CDEF8}"/>
          </ac:spMkLst>
        </pc:spChg>
        <pc:spChg chg="add mod">
          <ac:chgData name="Naga Venkata Sasi Kumar Avala" userId="51ad0964f9c9ac42" providerId="LiveId" clId="{AF13C41C-89D5-4E9C-B406-90658D3829B4}" dt="2026-03-07T12:29:19.434" v="397"/>
          <ac:spMkLst>
            <pc:docMk/>
            <pc:sldMk cId="3176732060" sldId="261"/>
            <ac:spMk id="3" creationId="{6591822B-B023-0E69-FF96-1B6D218DA253}"/>
          </ac:spMkLst>
        </pc:spChg>
        <pc:spChg chg="add mod">
          <ac:chgData name="Naga Venkata Sasi Kumar Avala" userId="51ad0964f9c9ac42" providerId="LiveId" clId="{AF13C41C-89D5-4E9C-B406-90658D3829B4}" dt="2026-03-07T12:29:44.717" v="421" actId="20577"/>
          <ac:spMkLst>
            <pc:docMk/>
            <pc:sldMk cId="3176732060" sldId="261"/>
            <ac:spMk id="4" creationId="{0D722104-9B09-D294-8E9A-A635EA151763}"/>
          </ac:spMkLst>
        </pc:spChg>
        <pc:spChg chg="add mod">
          <ac:chgData name="Naga Venkata Sasi Kumar Avala" userId="51ad0964f9c9ac42" providerId="LiveId" clId="{AF13C41C-89D5-4E9C-B406-90658D3829B4}" dt="2026-03-07T12:51:03.653" v="498"/>
          <ac:spMkLst>
            <pc:docMk/>
            <pc:sldMk cId="3176732060" sldId="261"/>
            <ac:spMk id="5" creationId="{250961F1-4F98-7E22-4454-3B7D9FA879E5}"/>
          </ac:spMkLst>
        </pc:spChg>
        <pc:spChg chg="add del">
          <ac:chgData name="Naga Venkata Sasi Kumar Avala" userId="51ad0964f9c9ac42" providerId="LiveId" clId="{AF13C41C-89D5-4E9C-B406-90658D3829B4}" dt="2026-03-07T12:48:59.152" v="458" actId="22"/>
          <ac:spMkLst>
            <pc:docMk/>
            <pc:sldMk cId="3176732060" sldId="261"/>
            <ac:spMk id="7" creationId="{BFB733E4-0072-5E92-D8E9-78685FB1FEC5}"/>
          </ac:spMkLst>
        </pc:spChg>
      </pc:sldChg>
      <pc:sldChg chg="delSp modSp add mod">
        <pc:chgData name="Naga Venkata Sasi Kumar Avala" userId="51ad0964f9c9ac42" providerId="LiveId" clId="{AF13C41C-89D5-4E9C-B406-90658D3829B4}" dt="2026-03-07T12:56:56.045" v="577" actId="20577"/>
        <pc:sldMkLst>
          <pc:docMk/>
          <pc:sldMk cId="490109071" sldId="262"/>
        </pc:sldMkLst>
        <pc:spChg chg="mod">
          <ac:chgData name="Naga Venkata Sasi Kumar Avala" userId="51ad0964f9c9ac42" providerId="LiveId" clId="{AF13C41C-89D5-4E9C-B406-90658D3829B4}" dt="2026-03-07T12:56:32.974" v="573" actId="20577"/>
          <ac:spMkLst>
            <pc:docMk/>
            <pc:sldMk cId="490109071" sldId="262"/>
            <ac:spMk id="4" creationId="{6BE32562-F0B2-3E82-9D1B-3ECF44E0D765}"/>
          </ac:spMkLst>
        </pc:spChg>
        <pc:spChg chg="mod">
          <ac:chgData name="Naga Venkata Sasi Kumar Avala" userId="51ad0964f9c9ac42" providerId="LiveId" clId="{AF13C41C-89D5-4E9C-B406-90658D3829B4}" dt="2026-03-07T12:56:56.045" v="577" actId="20577"/>
          <ac:spMkLst>
            <pc:docMk/>
            <pc:sldMk cId="490109071" sldId="262"/>
            <ac:spMk id="6" creationId="{E9CA6AE7-0502-3B42-F9F8-7CB4A349457B}"/>
          </ac:spMkLst>
        </pc:spChg>
        <pc:spChg chg="del mod">
          <ac:chgData name="Naga Venkata Sasi Kumar Avala" userId="51ad0964f9c9ac42" providerId="LiveId" clId="{AF13C41C-89D5-4E9C-B406-90658D3829B4}" dt="2026-03-07T12:56:21.661" v="560" actId="478"/>
          <ac:spMkLst>
            <pc:docMk/>
            <pc:sldMk cId="490109071" sldId="262"/>
            <ac:spMk id="7" creationId="{F0DBDE17-570B-F767-2866-6269798BD74D}"/>
          </ac:spMkLst>
        </pc:spChg>
        <pc:spChg chg="del">
          <ac:chgData name="Naga Venkata Sasi Kumar Avala" userId="51ad0964f9c9ac42" providerId="LiveId" clId="{AF13C41C-89D5-4E9C-B406-90658D3829B4}" dt="2026-03-07T12:56:23.984" v="561" actId="478"/>
          <ac:spMkLst>
            <pc:docMk/>
            <pc:sldMk cId="490109071" sldId="262"/>
            <ac:spMk id="8" creationId="{4604426A-A89A-8EDE-62A7-C820FA12154B}"/>
          </ac:spMkLst>
        </pc:spChg>
      </pc:sldChg>
      <pc:sldMasterChg chg="addSldLayout">
        <pc:chgData name="Naga Venkata Sasi Kumar Avala" userId="51ad0964f9c9ac42" providerId="LiveId" clId="{AF13C41C-89D5-4E9C-B406-90658D3829B4}" dt="2026-03-07T11:53:55.892" v="0" actId="680"/>
        <pc:sldMasterMkLst>
          <pc:docMk/>
          <pc:sldMasterMk cId="3054020490" sldId="2147483648"/>
        </pc:sldMasterMkLst>
        <pc:sldLayoutChg chg="add">
          <pc:chgData name="Naga Venkata Sasi Kumar Avala" userId="51ad0964f9c9ac42" providerId="LiveId" clId="{AF13C41C-89D5-4E9C-B406-90658D3829B4}" dt="2026-03-07T11:53:55.892" v="0" actId="680"/>
          <pc:sldLayoutMkLst>
            <pc:docMk/>
            <pc:sldMasterMk cId="3054020490" sldId="2147483648"/>
            <pc:sldLayoutMk cId="150630023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49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6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19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2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88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28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60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0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96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4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4484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66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90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64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12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9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47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B6716F-5CE4-7C16-3FEC-9250E297FDCD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A259D-928C-FB73-9634-0B015BB43E71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93F97-A7A2-510D-3E8C-343BDA6DDFC6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Problem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1A05A-F1CA-8BCA-B594-D340887569FD}"/>
              </a:ext>
            </a:extLst>
          </p:cNvPr>
          <p:cNvSpPr txBox="1"/>
          <p:nvPr/>
        </p:nvSpPr>
        <p:spPr>
          <a:xfrm>
            <a:off x="314632" y="2576052"/>
            <a:ext cx="11297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e-commerce company conducted an </a:t>
            </a:r>
            <a:r>
              <a:rPr lang="en-US" b="1" dirty="0"/>
              <a:t>A/B test</a:t>
            </a:r>
            <a:r>
              <a:rPr lang="en-US" dirty="0"/>
              <a:t> to determine whether a </a:t>
            </a:r>
            <a:r>
              <a:rPr lang="en-US" b="1" dirty="0"/>
              <a:t>new landing page design</a:t>
            </a:r>
            <a:r>
              <a:rPr lang="en-US" dirty="0"/>
              <a:t> improves user conversion rates compared to the existing page.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dataset contains user interaction data where visitors were randomly assigned to either the </a:t>
            </a:r>
            <a:r>
              <a:rPr lang="en-US" b="1" dirty="0"/>
              <a:t>control group (old page)</a:t>
            </a:r>
            <a:r>
              <a:rPr lang="en-US" dirty="0"/>
              <a:t> or the </a:t>
            </a:r>
            <a:r>
              <a:rPr lang="en-US" b="1" dirty="0"/>
              <a:t>treatment group (new page)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goal of this analysis is to determine whether the new page significantly increases conversions.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29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F98A-6934-ED33-AB3C-7CF9AE47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27A1B-4F72-274B-1F5B-C35E2562E121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9447E-BD38-E9C1-79CD-E757BA93E5FD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CEF23-2F83-8172-9501-9D24A16EF0A3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Overview</a:t>
            </a:r>
            <a:r>
              <a:rPr lang="en-US" dirty="0"/>
              <a:t>: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24CD02-C3A8-FC52-82B1-56B0C5E29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07745"/>
              </p:ext>
            </p:extLst>
          </p:nvPr>
        </p:nvGraphicFramePr>
        <p:xfrm>
          <a:off x="1029110" y="2771416"/>
          <a:ext cx="8128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2971562823"/>
                    </a:ext>
                  </a:extLst>
                </a:gridCol>
                <a:gridCol w="6227097">
                  <a:extLst>
                    <a:ext uri="{9D8B030D-6E8A-4147-A177-3AD203B41FA5}">
                      <a16:colId xmlns:a16="http://schemas.microsoft.com/office/drawing/2014/main" val="827234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Column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7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identifier for each user.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69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when user visited the page.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82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 / Treatment Group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614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Landing_Page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Oldpage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Newpage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04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Converted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Whether the user converted (1) / not (0)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85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3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EC11-ABF1-5BD2-CFEF-991ED0EE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A6A63-8B87-7097-CF22-6EF364ED66D4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57476-9705-DA42-E0C2-56109B2E57AE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47D4D-69C6-8C4E-2229-2B38D7833B54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Exploration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3EB24-52CE-0BBC-18C3-C2D4E80A1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58" y="2771416"/>
            <a:ext cx="4768388" cy="3691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C10BC8-481C-8D24-0739-D7462039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316" y="2771416"/>
            <a:ext cx="5019639" cy="369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1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5524-22C6-49B8-98B7-85D8805F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DC3C0-D845-EBCF-96D0-88F8E95CDEF8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1822B-B023-0E69-FF96-1B6D218DA253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22104-9B09-D294-8E9A-A635EA151763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Hypothesis Testing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961F1-4F98-7E22-4454-3B7D9FA879E5}"/>
              </a:ext>
            </a:extLst>
          </p:cNvPr>
          <p:cNvSpPr txBox="1"/>
          <p:nvPr/>
        </p:nvSpPr>
        <p:spPr>
          <a:xfrm>
            <a:off x="393290" y="2684206"/>
            <a:ext cx="112677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 Hypothesis (</a:t>
            </a:r>
            <a:r>
              <a:rPr lang="en-IN" dirty="0"/>
              <a:t>H₀) - </a:t>
            </a:r>
            <a:r>
              <a:rPr lang="en-US" dirty="0"/>
              <a:t>The new landing page </a:t>
            </a:r>
            <a:r>
              <a:rPr lang="en-US" b="1" dirty="0"/>
              <a:t>does not increase the conversion rate</a:t>
            </a:r>
            <a:r>
              <a:rPr lang="en-US" dirty="0"/>
              <a:t> compared to the existing page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 Hypothesis (</a:t>
            </a:r>
            <a:r>
              <a:rPr lang="en-IN" dirty="0"/>
              <a:t>H₁) - </a:t>
            </a:r>
            <a:r>
              <a:rPr lang="en-US" dirty="0"/>
              <a:t>The new landing page </a:t>
            </a:r>
            <a:r>
              <a:rPr lang="en-US" b="1" dirty="0"/>
              <a:t>improves the conversion rate</a:t>
            </a:r>
            <a:r>
              <a:rPr lang="en-US" dirty="0"/>
              <a:t> compared to the existing page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📈 Statistical Test Used :</a:t>
            </a:r>
          </a:p>
          <a:p>
            <a:r>
              <a:rPr lang="en-US" dirty="0"/>
              <a:t>A </a:t>
            </a:r>
            <a:r>
              <a:rPr lang="en-US" b="1" dirty="0"/>
              <a:t>Z-test for proportions</a:t>
            </a:r>
            <a:r>
              <a:rPr lang="en-US" dirty="0"/>
              <a:t> was used to compare the conversion rates of the control and treatment groups.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test determines whether the difference between two proportions is statistically significant.</a:t>
            </a:r>
          </a:p>
          <a:p>
            <a:br>
              <a:rPr lang="en-IN" dirty="0"/>
            </a:br>
            <a:r>
              <a:rPr lang="en-US" dirty="0"/>
              <a:t>If p-value &lt; 0.05 → Reject H₀</a:t>
            </a:r>
            <a:br>
              <a:rPr lang="en-US" dirty="0"/>
            </a:br>
            <a:r>
              <a:rPr lang="en-US" dirty="0"/>
              <a:t>If p-value ≥ 0.05 → Fail to reject H₀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73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C41F-31B9-7BE6-ED90-DE24A606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4738F-526D-0070-3E62-DBE5175C7DDA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3B2A1-5AA0-E1D1-0BEA-09DD9B75EC51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C1E47-6316-2F6D-4AAD-1891AE00891D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Results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A6525-0350-9D88-051F-9BE3826D72B9}"/>
              </a:ext>
            </a:extLst>
          </p:cNvPr>
          <p:cNvSpPr txBox="1"/>
          <p:nvPr/>
        </p:nvSpPr>
        <p:spPr>
          <a:xfrm>
            <a:off x="462117" y="2585884"/>
            <a:ext cx="9920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Conversion Rate: 12.02%</a:t>
            </a:r>
          </a:p>
          <a:p>
            <a:r>
              <a:rPr lang="en-US" dirty="0"/>
              <a:t>Treatment Conversion Rate: 11.88%</a:t>
            </a:r>
          </a:p>
          <a:p>
            <a:r>
              <a:rPr lang="en-US" dirty="0"/>
              <a:t>p-value: 0.226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Since p-value = 0.226 &gt; 0.05   -- We </a:t>
            </a:r>
            <a:r>
              <a:rPr lang="en-US" b="1" dirty="0"/>
              <a:t>fail to reject the null hypothesis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5988E-8169-89F8-0637-B8E32D63BA5A}"/>
              </a:ext>
            </a:extLst>
          </p:cNvPr>
          <p:cNvSpPr txBox="1"/>
          <p:nvPr/>
        </p:nvSpPr>
        <p:spPr>
          <a:xfrm>
            <a:off x="393289" y="4404230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Recommendation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F8476-27B1-B05D-4AD1-CD74AA39FB94}"/>
              </a:ext>
            </a:extLst>
          </p:cNvPr>
          <p:cNvSpPr txBox="1"/>
          <p:nvPr/>
        </p:nvSpPr>
        <p:spPr>
          <a:xfrm>
            <a:off x="393289" y="5006730"/>
            <a:ext cx="109334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results of the A/B test-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company should </a:t>
            </a:r>
            <a:r>
              <a:rPr lang="en-US" b="1" dirty="0"/>
              <a:t>continue using the current landing page design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experimentation or design improvements may be required before implementing a new page.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15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A643-E661-73F4-AE5F-3096BB0D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FEF8C2-FF95-45C9-3FE7-B5675C344F01}"/>
              </a:ext>
            </a:extLst>
          </p:cNvPr>
          <p:cNvSpPr txBox="1"/>
          <p:nvPr/>
        </p:nvSpPr>
        <p:spPr>
          <a:xfrm>
            <a:off x="3736257" y="497152"/>
            <a:ext cx="4178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A/B  Testing Analysis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7CEA2-7922-EAAF-B776-38DDE3D27AE6}"/>
              </a:ext>
            </a:extLst>
          </p:cNvPr>
          <p:cNvSpPr txBox="1"/>
          <p:nvPr/>
        </p:nvSpPr>
        <p:spPr>
          <a:xfrm>
            <a:off x="3038168" y="1366684"/>
            <a:ext cx="752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Task-4 : Data Storytelling &amp; Statistical Validation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32562-F0B2-3E82-9D1B-3ECF44E0D765}"/>
              </a:ext>
            </a:extLst>
          </p:cNvPr>
          <p:cNvSpPr txBox="1"/>
          <p:nvPr/>
        </p:nvSpPr>
        <p:spPr>
          <a:xfrm>
            <a:off x="393290" y="2084439"/>
            <a:ext cx="27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A6AE7-0502-3B42-F9F8-7CB4A349457B}"/>
              </a:ext>
            </a:extLst>
          </p:cNvPr>
          <p:cNvSpPr txBox="1"/>
          <p:nvPr/>
        </p:nvSpPr>
        <p:spPr>
          <a:xfrm>
            <a:off x="462117" y="2585884"/>
            <a:ext cx="8967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The statistical analysis shows that the </a:t>
            </a:r>
            <a:r>
              <a:rPr lang="en-US" b="1" dirty="0"/>
              <a:t>new landing page does not significantly improve the conversion rate</a:t>
            </a:r>
            <a:r>
              <a:rPr lang="en-US" dirty="0"/>
              <a:t> compared to the existing page.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Although the conversion rates are close, the difference is </a:t>
            </a:r>
            <a:r>
              <a:rPr lang="en-US" b="1" dirty="0"/>
              <a:t>not statistically significant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109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67</TotalTime>
  <Words>420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Naga Venkata Sasi Kumar Avala</cp:lastModifiedBy>
  <cp:revision>1</cp:revision>
  <dcterms:created xsi:type="dcterms:W3CDTF">2026-03-07T11:53:52Z</dcterms:created>
  <dcterms:modified xsi:type="dcterms:W3CDTF">2026-03-07T13:00:52Z</dcterms:modified>
</cp:coreProperties>
</file>